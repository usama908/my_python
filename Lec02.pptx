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2010C-051F-5069-47F9-350CAB994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5DC104-1083-2C83-E79D-818373979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2BB13-5834-46A0-BE88-0E0706698BC5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C58373-3885-1C00-4EA8-9CF8E73F6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C186F-812A-7ED9-099C-9D3A9E779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F2968-D48E-403F-B15A-E130C3B0D0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766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D07CE6-007E-1B50-2515-0EDE742CB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11AE9-E130-B755-F908-8A0F243B5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770D1-B22B-7542-EF1D-FEBCAC26C7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72BB13-5834-46A0-BE88-0E0706698BC5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1FF46-1E14-1ED6-44F6-42513D6284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7C4EA-A939-9113-7C13-FBB9B3EE83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2F2968-D48E-403F-B15A-E130C3B0D0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815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5D29548-486F-0BF1-1E6F-E74E9FBE2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What is AI Agent?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6B4CC0-AA3F-8CAC-ED7A-5AEC8E4566F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70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89DB1F4-B1A4-B4EF-9D87-104E7F553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Agent And Environment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8ABB34-7316-0548-C935-E5FDE320978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227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0AC6C18-AADC-9303-5D12-3B36EE442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Agent Function &amp; Agent Program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2D8A45-0EA6-F8CF-837F-88DE4D1760A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931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AB0254A-1B87-585F-4938-C51393F7F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Agent program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0F026B-2E77-12E2-6AF4-8158FFBC488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910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EFBD968-EB7E-4047-AE30-F4C0A04ED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Vacuum Cleaner World Toy-Example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083A8C-44F9-F262-B58F-764E5335454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551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E82DC01-EBE4-1897-5A62-9ACC38B27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Vacuum Cleaner World Toy-Example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F7F756-421F-9395-FAC1-05579781622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909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4CC8CC4-B69E-E823-B2AD-0B3819CC7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Rational Agent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2758E0-91E7-D4F0-D3CB-DCA721C6C59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526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CCAE7C0-9645-028F-69D7-78476029D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Example of Rationality In Agent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90829E-67F4-8E6B-F6C9-B0103D20DFF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026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7D242C0-7567-5DC6-582D-ADA9C1F47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Characteristics of Rational Agent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73DC1B-E8AA-AEEE-4AF4-9EC26B27DFA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502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9344CEF-DE76-FEBA-8AC7-E96F05BA4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Omniscience</a:t>
            </a:r>
            <a:br>
              <a:rPr lang="en-GB"/>
            </a:br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43C47D-E86F-6E33-F4D4-01C0139EAEF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83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8D46929-C013-C248-780B-F55FAD389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104AAC-BD0C-E8A5-B1FD-6123426DD6A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133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D028152-C30F-D2DE-0AC0-A8C4220D0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/>
              <a:t> Autonomy:</a:t>
            </a:r>
            <a:br>
              <a:rPr lang="en-GB" b="1"/>
            </a:br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C05A6E-2972-32BB-925F-7CAB1C9BE3D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4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E88EFC6-5A95-24E2-BECC-798A5FDD0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Learning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F0B9A3-EFE1-4905-CE9E-1EF29E4B911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616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5A1986A-672A-710E-BAB5-E682B7280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4B76D6-0CC1-DAF6-0B6D-D4AF943AEAB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597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Office PowerPoint</Application>
  <PresentationFormat>Widescreen</PresentationFormat>
  <Paragraphs>13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What is AI Agent?</vt:lpstr>
      <vt:lpstr>Agent And Environment</vt:lpstr>
      <vt:lpstr>Agent Function &amp; Agent Program</vt:lpstr>
      <vt:lpstr>Agent program</vt:lpstr>
      <vt:lpstr>Vacuum Cleaner World Toy-Example</vt:lpstr>
      <vt:lpstr>Vacuum Cleaner World Toy-Example </vt:lpstr>
      <vt:lpstr>Rational Agent</vt:lpstr>
      <vt:lpstr>Example of Rationality In Agent</vt:lpstr>
      <vt:lpstr>Characteristics of Rational Agent</vt:lpstr>
      <vt:lpstr>Omniscience </vt:lpstr>
      <vt:lpstr>Example</vt:lpstr>
      <vt:lpstr> Autonomy: </vt:lpstr>
      <vt:lpstr>Learning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Usama Arshad</dc:creator>
  <cp:lastModifiedBy>Muhammad Usama Arshad</cp:lastModifiedBy>
  <cp:revision>1</cp:revision>
  <dcterms:created xsi:type="dcterms:W3CDTF">2026-09-30T11:17:38Z</dcterms:created>
  <dcterms:modified xsi:type="dcterms:W3CDTF">2026-09-30T11:17:38Z</dcterms:modified>
</cp:coreProperties>
</file>