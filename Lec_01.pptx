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5A613-5B9E-F8D4-8A32-70BF6DBDF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79EC05-A32A-3829-49CB-C47053796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C31C-F4BB-4DFA-A74C-7F206D73CEC9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47A90E-BF9F-EE77-DBF9-3A29DBD36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B4A37E-3062-D7CE-EB18-B1335C6EE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64A53-0E6D-43C3-AF8F-49AD3B8866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718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A9701E-B153-574F-28EE-48F72D5B2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E576A-54FA-BBA3-E621-B056F0439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38100-3C6F-32CC-50DA-2A96A4FB81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4AC31C-F4BB-4DFA-A74C-7F206D73CEC9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8D799-8C9D-8B1F-C1F4-CE0D8CC394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62AA9-088D-D478-C279-540DDEAEF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64A53-0E6D-43C3-AF8F-49AD3B8866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51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91FCF36-AEFE-2EB5-B4CD-3D3F3D982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br>
              <a:rPr lang="en-GB" sz="2500" b="1"/>
            </a:br>
            <a:br>
              <a:rPr lang="en-GB" sz="2500" b="1"/>
            </a:br>
            <a:r>
              <a:rPr lang="en-GB" sz="2500" b="1"/>
              <a:t>What is Artificial Intelligence?</a:t>
            </a:r>
            <a:br>
              <a:rPr lang="en-GB" sz="2500" b="1"/>
            </a:br>
            <a:br>
              <a:rPr lang="en-GB" sz="2500"/>
            </a:br>
            <a:endParaRPr lang="en-GB" sz="25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4E144E-88AF-618B-1471-ECAAC8355D5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86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C5D8B5F-D8BE-EF27-78C1-9F928102E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Intelligence and Machines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04B797-4709-311E-D910-5AEFE24131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51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5D55DB3-475C-53CA-DF39-7D4F77026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0CE379-FCEA-B9B2-E32C-12EB50BB082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356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1E9EA11-1CB5-9321-7F2F-860B68BAC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09E9DF-DA54-02C7-A0B3-3512C7C61B1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253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8F58A96-28BD-898E-2624-982DA9A54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Examples of AI Systems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E13B71-7161-D63F-C04A-FDECB5A4B8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868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A0DE9FA-0584-49A8-5C31-5DF31B0C6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Can Machine Think?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6E3297-D394-D174-39EA-1D2E1270D87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410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111877C-249E-D4FA-57E5-8BEBCDCF5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ALAn Turing Test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2ED7BD-D632-8EF7-0643-7597FA01FA8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489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3459DC1-B82C-BAF7-8782-E53FB9D07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Brief History of AI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7A53C1-F001-374A-2C99-956AB7BC5CF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794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2D9DC3C-EC84-597E-566C-E6D64C776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Evolution of AI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5845C6-AC1A-9446-8B4C-754B97C166A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571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A868922-B38F-DD30-B435-596E7C234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2801CA-08DE-2A7C-234A-D496F04081D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75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FDABAB2-9C6B-7BA1-EF65-8513E0469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4DC0D4-D6F1-8380-8509-946975239DF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273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7F11BF5-6084-3B75-90A6-D663CA74B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Case Study: Google Maps Navigation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B86E6F-08E5-B0DE-6D92-10AFB420FA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929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D5CBBE5-8573-03F4-E8B8-92BA98AF3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Major Areas of Ai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8CF6CA-FD31-A59D-E25A-744F3A85280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854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1EDD607-91C6-968D-EE72-C278EA42D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0536D3-9B55-B14F-3CFE-087AE59573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453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Widescreen</PresentationFormat>
  <Paragraphs>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  What is Artificial Intelligence?  </vt:lpstr>
      <vt:lpstr>Intelligence and Machines</vt:lpstr>
      <vt:lpstr>PowerPoint Presentation</vt:lpstr>
      <vt:lpstr>PowerPoint Presentation</vt:lpstr>
      <vt:lpstr>Examples of AI Systems</vt:lpstr>
      <vt:lpstr>Can Machine Think?</vt:lpstr>
      <vt:lpstr>ALAn Turing Test</vt:lpstr>
      <vt:lpstr>Brief History of AI</vt:lpstr>
      <vt:lpstr>Evolution of AI</vt:lpstr>
      <vt:lpstr>PowerPoint Presentation</vt:lpstr>
      <vt:lpstr>PowerPoint Presentation</vt:lpstr>
      <vt:lpstr>Case Study: Google Maps Navigation</vt:lpstr>
      <vt:lpstr>Major Areas of Ai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Usama Arshad</dc:creator>
  <cp:lastModifiedBy>Muhammad Usama Arshad</cp:lastModifiedBy>
  <cp:revision>1</cp:revision>
  <dcterms:created xsi:type="dcterms:W3CDTF">2026-09-30T11:24:22Z</dcterms:created>
  <dcterms:modified xsi:type="dcterms:W3CDTF">2026-09-30T11:24:22Z</dcterms:modified>
</cp:coreProperties>
</file>